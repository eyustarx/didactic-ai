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Visionary Sparks – EmpowerEd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Members:</a:t>
            </a:r>
          </a:p>
          <a:p>
            <a:r>
              <a:t>- Meklit Yemane</a:t>
            </a:r>
          </a:p>
          <a:p>
            <a:r>
              <a:t>- Robel Wondwossen</a:t>
            </a:r>
          </a:p>
          <a:p>
            <a:r>
              <a:t>- Yabsira Gizachew</a:t>
            </a:r>
          </a:p>
          <a:p>
            <a:r>
              <a:t>- Sara Tadesse</a:t>
            </a:r>
          </a:p>
          <a:p>
            <a:r>
              <a:t>- ልዑል (Leoul)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Statement:</a:t>
            </a:r>
          </a:p>
          <a:p>
            <a:r>
              <a:t>Youth in Ethiopia face high unemployment due to lack of access to skills, mentorship, and reliable job opportunities.</a:t>
            </a:r>
          </a:p>
          <a:p/>
          <a:p>
            <a:r>
              <a:t>Related GCGO: Goal 8 – Decent Work and Economic Growth</a:t>
            </a:r>
          </a:p>
          <a:p/>
          <a:p>
            <a:r>
              <a:t>Why It Matters:</a:t>
            </a:r>
          </a:p>
          <a:p>
            <a:r>
              <a:t>Youth unemployment fuels poverty and social frustration. Without meaningful work, young people feel hopeless, and Ethiopia loses potential talent that could drive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Persona – Meet Hana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👩🏽 Hana, 22 years old, lives in Addis Ababa</a:t>
            </a:r>
          </a:p>
          <a:p>
            <a:r>
              <a:t>🎓 Recent university graduate</a:t>
            </a:r>
          </a:p>
          <a:p>
            <a:r>
              <a:t>📄 Sent over 30 job applications – no response</a:t>
            </a:r>
          </a:p>
          <a:p>
            <a:r>
              <a:t>💬 Feels lost, unprepared for interviews</a:t>
            </a:r>
          </a:p>
          <a:p>
            <a:r>
              <a:t>💔 She’s losing confidence and motivation</a:t>
            </a:r>
          </a:p>
          <a:p>
            <a:r>
              <a:t>➡️ Represents thousands of young people stuck in the same 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 1 – Youth Unemployment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Ethiopia’s youth unemployment rate is around 25%, significantly higher than the general population.</a:t>
            </a:r>
          </a:p>
          <a:p/>
          <a:p>
            <a:r>
              <a:t>Source: World Bank, 2023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 2 – Job Market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year, over 3 million youth enter the job market, but only a fraction of jobs are created.</a:t>
            </a:r>
          </a:p>
          <a:p/>
          <a:p>
            <a:r>
              <a:t>Source: Ethiopian Jobs Creation Commission, 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 3 – Skills Mismatch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 60% of unemployed youth lack market-relevant soft and technical skills.</a:t>
            </a:r>
          </a:p>
          <a:p/>
          <a:p>
            <a:r>
              <a:t>Source: International Labour Organization (ILO), 2023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 Name: EmpowerEd Jobs</a:t>
            </a:r>
          </a:p>
          <a:p/>
          <a:p>
            <a:r>
              <a:t>A mobile + web platform (with SMS support) that connects Ethiopian youth to:</a:t>
            </a:r>
          </a:p>
          <a:p>
            <a:r>
              <a:t>- Job opportunities</a:t>
            </a:r>
          </a:p>
          <a:p>
            <a:r>
              <a:t>- Free/affordable skill-building resources</a:t>
            </a:r>
          </a:p>
          <a:p>
            <a:r>
              <a:t>- Mentorship from professionals</a:t>
            </a:r>
          </a:p>
          <a:p/>
          <a:p>
            <a:r>
              <a:t>Why It Works:</a:t>
            </a:r>
          </a:p>
          <a:p>
            <a:r>
              <a:t>- Accessible for both urban &amp; rural users</a:t>
            </a:r>
          </a:p>
          <a:p>
            <a:r>
              <a:t>- Provides guidance, not just listings</a:t>
            </a:r>
          </a:p>
          <a:p>
            <a:r>
              <a:t>- Tackles the root cause: lack of skills + lack of networks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Wireframes (Prototype)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at least 3 clear wireframe images here:</a:t>
            </a:r>
          </a:p>
          <a:p>
            <a:r>
              <a:t>1. Home Page</a:t>
            </a:r>
          </a:p>
          <a:p>
            <a:r>
              <a:t>2. Job Listing Page</a:t>
            </a:r>
          </a:p>
          <a:p>
            <a:r>
              <a:t>3. Mentorship Chat Page</a:t>
            </a:r>
          </a:p>
          <a:p>
            <a:r>
              <a:t>4. (Optional) Skills Learning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Pain Points (Testing Feedback)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Navigation confusion: Users found the layout unclear without instructions.</a:t>
            </a:r>
          </a:p>
          <a:p>
            <a:r>
              <a:t>2. Connectivity issue: Users with limited internet access couldn’t load job listings properly.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feedback, we will:</a:t>
            </a:r>
          </a:p>
          <a:p>
            <a:r>
              <a:t>- Add offline SMS-based access for rural users</a:t>
            </a:r>
          </a:p>
          <a:p>
            <a:r>
              <a:t>- Simplify UI with icons and step-by-step onboarding</a:t>
            </a:r>
          </a:p>
          <a:p>
            <a:r>
              <a:t>- Include a 'How to Use' tutorial for new users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Funded – What’s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 funding, we will:</a:t>
            </a:r>
          </a:p>
          <a:p>
            <a:r>
              <a:t>- Partner with local businesses to grow job listings</a:t>
            </a:r>
          </a:p>
          <a:p>
            <a:r>
              <a:t>- Launch certified training courses in IT, agriculture, health</a:t>
            </a:r>
          </a:p>
          <a:p>
            <a:r>
              <a:t>- Expand platform to Amharic, Afaan Oromo, Tigrinya</a:t>
            </a:r>
          </a:p>
          <a:p>
            <a:r>
              <a:t>- Deploy outreach teams to rural areas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to Our 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WHY:</a:t>
            </a:r>
          </a:p>
          <a:p>
            <a:r>
              <a:t>We believe every Ethiopian youth deserves a fair chance to succeed, contribute, and thrive.</a:t>
            </a:r>
          </a:p>
          <a:p/>
          <a:p>
            <a:r>
              <a:t>Impact of Our Solution:</a:t>
            </a:r>
          </a:p>
          <a:p>
            <a:r>
              <a:t>- Builds confidence and skills</a:t>
            </a:r>
          </a:p>
          <a:p>
            <a:r>
              <a:t>- Connects youth to real opportunities</a:t>
            </a:r>
          </a:p>
          <a:p>
            <a:r>
              <a:t>- Strengthens Ethiopia’s economy by unleashing hidden talent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 Info:</a:t>
            </a:r>
          </a:p>
          <a:p>
            <a:r>
              <a:t>- Stat: Africa has the youngest population in the world – but faces the highest unemployment rates.</a:t>
            </a:r>
          </a:p>
          <a:p>
            <a:r>
              <a:t>- Similar Projects: JobNet Africa, LinkedIn Learning</a:t>
            </a:r>
          </a:p>
          <a:p>
            <a:r>
              <a:t>- Potential Partners: Ministry of Labor, NGOs, universities</a:t>
            </a:r>
          </a:p>
          <a:p>
            <a:r>
              <a:t>- Open Questions:</a:t>
            </a:r>
          </a:p>
          <a:p>
            <a:r>
              <a:t>  • How do we sustainably fund the platform long-term?</a:t>
            </a:r>
          </a:p>
          <a:p>
            <a:r>
              <a:t>  • How do we keep job data up to date?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